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08960" y="548640"/>
            <a:ext cx="10363200" cy="2076450"/>
          </a:xfrm>
        </p:spPr>
        <p:txBody>
          <a:bodyPr/>
          <a:lstStyle/>
          <a:p>
            <a:pPr algn="l"/>
            <a:r>
              <a:rPr lang="en-US" sz="2800" b="1" dirty="0" i="0">
                <a:solidFill>
                  <a:srgbClr val="1E3A8A"/>
                </a:solidFill>
                <a:latin typeface="Arial" panose="02020404030301010803" pitchFamily="18" charset="0"/>
              </a:rPr>
              <a:t>SMART INDIA HACKATHON </a:t>
            </a:r>
            <a:r>
              <a:rPr lang="en-US" sz="2800" b="1" dirty="0" smtClean="0" i="0">
                <a:solidFill>
                  <a:srgbClr val="1E3A8A"/>
                </a:solidFill>
                <a:latin typeface="Arial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182880" tIns="182880">
            <a:spAutoFit/>
          </a:bodyPr>
          <a:lstStyle/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SIH2026-LOG-01</a:t>
            </a:r>
            <a:endParaRPr lang="en-US" dirty="0"/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FreightForecast Pro : AI Freight Forecasting &amp; Vessel Chartering Optimizer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Theme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Smart Logistics / Maritime &amp; Port Supply Chain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Software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ID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[SIH-2026-XXXX]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Name – </a:t>
            </a:r>
            <a:r>
              <a:rPr sz="2000" b="1" i="0">
                <a:solidFill>
                  <a:srgbClr val="16A34A"/>
                </a:solidFill>
                <a:latin typeface="Arial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FreightForecast Pro: Predictive Chartering &amp; Route Optimizer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sih_slide2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3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FEASIBILITY, RISK ANALYSIS &amp; MITIGATION MATRIX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4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IMPACT, QUANTIFIABLE ROI &amp; ECOSYSTEM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5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RESEARCH, INDUSTRY STANDARDS &amp; MARKET VALIDATION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6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 descr="sih_slide7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