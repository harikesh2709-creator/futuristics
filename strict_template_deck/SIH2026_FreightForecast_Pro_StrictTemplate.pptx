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9"/>
  </p:notesMasterIdLst>
  <p:sldIdLst>
    <p:sldId id="291" r:id="rId2"/>
    <p:sldId id="281" r:id="rId3"/>
    <p:sldId id="290" r:id="rId4"/>
    <p:sldId id="293" r:id="rId5"/>
    <p:sldId id="294" r:id="rId6"/>
    <p:sldId id="296" r:id="rId7"/>
  </p:sldIdLst>
  <p:sldSz cx="12192000" cy="6858000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BBB59"/>
    <a:srgbClr val="39B0D4"/>
    <a:srgbClr val="727272"/>
    <a:srgbClr val="010000"/>
    <a:srgbClr val="FFA751"/>
    <a:srgbClr val="3232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8" d="100"/>
          <a:sy n="68" d="100"/>
        </p:scale>
        <p:origin x="792" y="72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4D5ADD5-2BBC-4A94-8F86-D9013941F742}" type="datetimeFigureOut">
              <a:rPr lang="en-US"/>
              <a:pPr/>
              <a:t>6/2/2026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C790738-CFC9-4A5E-8424-6B42AA5706F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4945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5F62A7E-A2F8-438F-9CF8-47DE63F471B4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0732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0CA7B74D-3791-4AC6-8451-F10DBCCCDD9A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2062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735054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417228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08672725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60792E3-D524-454C-8AFD-A91972900BCB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E1BAA-A38D-40DE-B22C-DF9BD7D8205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08B7524-32A2-4C20-A58C-BC3BAA1042FC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7C3CE7-23F7-4828-823C-E0205DF2CF9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E994447-D6B2-43BB-A877-57F1A267B999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DB31D2-2A87-4F4C-A9AD-05C6CC2B321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8920E16-BD35-483C-AA6B-346FC7E46DEA}" type="datetime1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FC16D9-1635-4844-816A-0A8A2160FAD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EAC6F8-5103-4FC0-A69E-5C6AE6469DA8}" type="datetime1">
              <a:rPr lang="en-US" smtClean="0"/>
              <a:t>6/2/2026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C4100A-98DE-4944-910A-A93F5CA9F72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60C6921-0627-4C8F-83D5-0CF936D2FFDD}" type="datetime1">
              <a:rPr lang="en-US" smtClean="0"/>
              <a:t>6/2/2026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63342B-5A73-45DC-864D-086DE78037E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F08AD7-8103-40F8-983C-E2BA6BB9CBE0}" type="datetime1">
              <a:rPr lang="en-US" smtClean="0"/>
              <a:t>6/2/2026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35AFB3-1ACD-44AC-8702-86B1729DF03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F8C06B4-9380-4A4D-AF49-A3596E17DAF5}" type="datetime1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CF15F3-5E77-4C57-9E21-50D6D1D6C02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F7FDEF1-C582-4E22-9E77-D68326471F28}" type="datetime1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42169A-B3C7-4FB6-967F-AF95F4EB331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53C3A68-6922-42D3-8905-ECC2D82A3469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FDD027-5576-4F27-AAB6-1D994836EE7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B69E9F4-7604-4950-A8B2-8ACDEDB1506E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57CE61-8714-431B-A40A-01B1C5541AB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780A9602-A9A9-453F-AEF1-37B5837E02CD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1411BA53-830D-4830-BB65-E58DBE17D0B7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Relationship Id="rId4" Type="http://schemas.openxmlformats.org/officeDocument/2006/relationships/image" Target="../media/image4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Relationship Id="rId4" Type="http://schemas.openxmlformats.org/officeDocument/2006/relationships/image" Target="../media/image5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Relationship Id="rId4" Type="http://schemas.openxmlformats.org/officeDocument/2006/relationships/image" Target="../media/image6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Relationship Id="rId4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24">
            <a:extLst>
              <a:ext uri="{FF2B5EF4-FFF2-40B4-BE49-F238E27FC236}">
                <a16:creationId xmlns:a16="http://schemas.microsoft.com/office/drawing/2014/main" id="{3E443FD7-A66B-4AA0-872D-B088B9BC5F1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00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Freeform: Shape 26">
            <a:extLst>
              <a:ext uri="{FF2B5EF4-FFF2-40B4-BE49-F238E27FC236}">
                <a16:creationId xmlns:a16="http://schemas.microsoft.com/office/drawing/2014/main" id="{C04BE0EF-3561-49B4-9A29-F283168A91C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56780" y="851521"/>
            <a:ext cx="4638605" cy="5154967"/>
          </a:xfrm>
          <a:custGeom>
            <a:avLst/>
            <a:gdLst>
              <a:gd name="connsiteX0" fmla="*/ 363179 w 6184806"/>
              <a:gd name="connsiteY0" fmla="*/ 3125191 h 5154967"/>
              <a:gd name="connsiteX1" fmla="*/ 898270 w 6184806"/>
              <a:gd name="connsiteY1" fmla="*/ 3125191 h 5154967"/>
              <a:gd name="connsiteX2" fmla="*/ 980326 w 6184806"/>
              <a:gd name="connsiteY2" fmla="*/ 3173551 h 5154967"/>
              <a:gd name="connsiteX3" fmla="*/ 1248448 w 6184806"/>
              <a:gd name="connsiteY3" fmla="*/ 3635277 h 5154967"/>
              <a:gd name="connsiteX4" fmla="*/ 1248448 w 6184806"/>
              <a:gd name="connsiteY4" fmla="*/ 3729695 h 5154967"/>
              <a:gd name="connsiteX5" fmla="*/ 980326 w 6184806"/>
              <a:gd name="connsiteY5" fmla="*/ 4191421 h 5154967"/>
              <a:gd name="connsiteX6" fmla="*/ 898270 w 6184806"/>
              <a:gd name="connsiteY6" fmla="*/ 4239781 h 5154967"/>
              <a:gd name="connsiteX7" fmla="*/ 363179 w 6184806"/>
              <a:gd name="connsiteY7" fmla="*/ 4239781 h 5154967"/>
              <a:gd name="connsiteX8" fmla="*/ 279969 w 6184806"/>
              <a:gd name="connsiteY8" fmla="*/ 4191421 h 5154967"/>
              <a:gd name="connsiteX9" fmla="*/ 13002 w 6184806"/>
              <a:gd name="connsiteY9" fmla="*/ 3729695 h 5154967"/>
              <a:gd name="connsiteX10" fmla="*/ 13002 w 6184806"/>
              <a:gd name="connsiteY10" fmla="*/ 3635277 h 5154967"/>
              <a:gd name="connsiteX11" fmla="*/ 279969 w 6184806"/>
              <a:gd name="connsiteY11" fmla="*/ 3173551 h 5154967"/>
              <a:gd name="connsiteX12" fmla="*/ 363179 w 6184806"/>
              <a:gd name="connsiteY12" fmla="*/ 3125191 h 5154967"/>
              <a:gd name="connsiteX13" fmla="*/ 2489721 w 6184806"/>
              <a:gd name="connsiteY13" fmla="*/ 570035 h 5154967"/>
              <a:gd name="connsiteX14" fmla="*/ 2764862 w 6184806"/>
              <a:gd name="connsiteY14" fmla="*/ 570035 h 5154967"/>
              <a:gd name="connsiteX15" fmla="*/ 2796959 w 6184806"/>
              <a:gd name="connsiteY15" fmla="*/ 570035 h 5154967"/>
              <a:gd name="connsiteX16" fmla="*/ 2827587 w 6184806"/>
              <a:gd name="connsiteY16" fmla="*/ 622777 h 5154967"/>
              <a:gd name="connsiteX17" fmla="*/ 2977604 w 6184806"/>
              <a:gd name="connsiteY17" fmla="*/ 881117 h 5154967"/>
              <a:gd name="connsiteX18" fmla="*/ 2977604 w 6184806"/>
              <a:gd name="connsiteY18" fmla="*/ 1025720 h 5154967"/>
              <a:gd name="connsiteX19" fmla="*/ 2566968 w 6184806"/>
              <a:gd name="connsiteY19" fmla="*/ 1732863 h 5154967"/>
              <a:gd name="connsiteX20" fmla="*/ 2441299 w 6184806"/>
              <a:gd name="connsiteY20" fmla="*/ 1806927 h 5154967"/>
              <a:gd name="connsiteX21" fmla="*/ 1621798 w 6184806"/>
              <a:gd name="connsiteY21" fmla="*/ 1806927 h 5154967"/>
              <a:gd name="connsiteX22" fmla="*/ 1583218 w 6184806"/>
              <a:gd name="connsiteY22" fmla="*/ 1801802 h 5154967"/>
              <a:gd name="connsiteX23" fmla="*/ 1556683 w 6184806"/>
              <a:gd name="connsiteY23" fmla="*/ 1790677 h 5154967"/>
              <a:gd name="connsiteX24" fmla="*/ 1572899 w 6184806"/>
              <a:gd name="connsiteY24" fmla="*/ 1762630 h 5154967"/>
              <a:gd name="connsiteX25" fmla="*/ 2147429 w 6184806"/>
              <a:gd name="connsiteY25" fmla="*/ 768968 h 5154967"/>
              <a:gd name="connsiteX26" fmla="*/ 2489721 w 6184806"/>
              <a:gd name="connsiteY26" fmla="*/ 570035 h 5154967"/>
              <a:gd name="connsiteX27" fmla="*/ 1573268 w 6184806"/>
              <a:gd name="connsiteY27" fmla="*/ 0 h 5154967"/>
              <a:gd name="connsiteX28" fmla="*/ 2497662 w 6184806"/>
              <a:gd name="connsiteY28" fmla="*/ 0 h 5154967"/>
              <a:gd name="connsiteX29" fmla="*/ 2639415 w 6184806"/>
              <a:gd name="connsiteY29" fmla="*/ 83546 h 5154967"/>
              <a:gd name="connsiteX30" fmla="*/ 2887862 w 6184806"/>
              <a:gd name="connsiteY30" fmla="*/ 511387 h 5154967"/>
              <a:gd name="connsiteX31" fmla="*/ 2915928 w 6184806"/>
              <a:gd name="connsiteY31" fmla="*/ 559720 h 5154967"/>
              <a:gd name="connsiteX32" fmla="*/ 2893844 w 6184806"/>
              <a:gd name="connsiteY32" fmla="*/ 559720 h 5154967"/>
              <a:gd name="connsiteX33" fmla="*/ 2789466 w 6184806"/>
              <a:gd name="connsiteY33" fmla="*/ 559720 h 5154967"/>
              <a:gd name="connsiteX34" fmla="*/ 2744122 w 6184806"/>
              <a:gd name="connsiteY34" fmla="*/ 481634 h 5154967"/>
              <a:gd name="connsiteX35" fmla="*/ 2570885 w 6184806"/>
              <a:gd name="connsiteY35" fmla="*/ 183309 h 5154967"/>
              <a:gd name="connsiteX36" fmla="*/ 2445216 w 6184806"/>
              <a:gd name="connsiteY36" fmla="*/ 109243 h 5154967"/>
              <a:gd name="connsiteX37" fmla="*/ 1625714 w 6184806"/>
              <a:gd name="connsiteY37" fmla="*/ 109243 h 5154967"/>
              <a:gd name="connsiteX38" fmla="*/ 1498276 w 6184806"/>
              <a:gd name="connsiteY38" fmla="*/ 183309 h 5154967"/>
              <a:gd name="connsiteX39" fmla="*/ 1089410 w 6184806"/>
              <a:gd name="connsiteY39" fmla="*/ 890450 h 5154967"/>
              <a:gd name="connsiteX40" fmla="*/ 1089410 w 6184806"/>
              <a:gd name="connsiteY40" fmla="*/ 1035054 h 5154967"/>
              <a:gd name="connsiteX41" fmla="*/ 1498276 w 6184806"/>
              <a:gd name="connsiteY41" fmla="*/ 1742196 h 5154967"/>
              <a:gd name="connsiteX42" fmla="*/ 1552039 w 6184806"/>
              <a:gd name="connsiteY42" fmla="*/ 1796422 h 5154967"/>
              <a:gd name="connsiteX43" fmla="*/ 1558260 w 6184806"/>
              <a:gd name="connsiteY43" fmla="*/ 1799029 h 5154967"/>
              <a:gd name="connsiteX44" fmla="*/ 1524911 w 6184806"/>
              <a:gd name="connsiteY44" fmla="*/ 1856707 h 5154967"/>
              <a:gd name="connsiteX45" fmla="*/ 1500108 w 6184806"/>
              <a:gd name="connsiteY45" fmla="*/ 1899604 h 5154967"/>
              <a:gd name="connsiteX46" fmla="*/ 1525834 w 6184806"/>
              <a:gd name="connsiteY46" fmla="*/ 1910390 h 5154967"/>
              <a:gd name="connsiteX47" fmla="*/ 1569352 w 6184806"/>
              <a:gd name="connsiteY47" fmla="*/ 1916170 h 5154967"/>
              <a:gd name="connsiteX48" fmla="*/ 2493745 w 6184806"/>
              <a:gd name="connsiteY48" fmla="*/ 1916170 h 5154967"/>
              <a:gd name="connsiteX49" fmla="*/ 2635498 w 6184806"/>
              <a:gd name="connsiteY49" fmla="*/ 1832627 h 5154967"/>
              <a:gd name="connsiteX50" fmla="*/ 3098693 w 6184806"/>
              <a:gd name="connsiteY50" fmla="*/ 1034974 h 5154967"/>
              <a:gd name="connsiteX51" fmla="*/ 3098693 w 6184806"/>
              <a:gd name="connsiteY51" fmla="*/ 871863 h 5154967"/>
              <a:gd name="connsiteX52" fmla="*/ 2945803 w 6184806"/>
              <a:gd name="connsiteY52" fmla="*/ 608576 h 5154967"/>
              <a:gd name="connsiteX53" fmla="*/ 2923422 w 6184806"/>
              <a:gd name="connsiteY53" fmla="*/ 570035 h 5154967"/>
              <a:gd name="connsiteX54" fmla="*/ 3027104 w 6184806"/>
              <a:gd name="connsiteY54" fmla="*/ 570035 h 5154967"/>
              <a:gd name="connsiteX55" fmla="*/ 4690846 w 6184806"/>
              <a:gd name="connsiteY55" fmla="*/ 570035 h 5154967"/>
              <a:gd name="connsiteX56" fmla="*/ 5028384 w 6184806"/>
              <a:gd name="connsiteY56" fmla="*/ 768968 h 5154967"/>
              <a:gd name="connsiteX57" fmla="*/ 6131323 w 6184806"/>
              <a:gd name="connsiteY57" fmla="*/ 2668304 h 5154967"/>
              <a:gd name="connsiteX58" fmla="*/ 6131323 w 6184806"/>
              <a:gd name="connsiteY58" fmla="*/ 3056698 h 5154967"/>
              <a:gd name="connsiteX59" fmla="*/ 5028384 w 6184806"/>
              <a:gd name="connsiteY59" fmla="*/ 4956035 h 5154967"/>
              <a:gd name="connsiteX60" fmla="*/ 4690846 w 6184806"/>
              <a:gd name="connsiteY60" fmla="*/ 5154967 h 5154967"/>
              <a:gd name="connsiteX61" fmla="*/ 2489721 w 6184806"/>
              <a:gd name="connsiteY61" fmla="*/ 5154967 h 5154967"/>
              <a:gd name="connsiteX62" fmla="*/ 2147429 w 6184806"/>
              <a:gd name="connsiteY62" fmla="*/ 4956035 h 5154967"/>
              <a:gd name="connsiteX63" fmla="*/ 1049243 w 6184806"/>
              <a:gd name="connsiteY63" fmla="*/ 3056698 h 5154967"/>
              <a:gd name="connsiteX64" fmla="*/ 1049243 w 6184806"/>
              <a:gd name="connsiteY64" fmla="*/ 2668304 h 5154967"/>
              <a:gd name="connsiteX65" fmla="*/ 1457007 w 6184806"/>
              <a:gd name="connsiteY65" fmla="*/ 1963067 h 5154967"/>
              <a:gd name="connsiteX66" fmla="*/ 1491373 w 6184806"/>
              <a:gd name="connsiteY66" fmla="*/ 1903634 h 5154967"/>
              <a:gd name="connsiteX67" fmla="*/ 1490164 w 6184806"/>
              <a:gd name="connsiteY67" fmla="*/ 1903127 h 5154967"/>
              <a:gd name="connsiteX68" fmla="*/ 1429519 w 6184806"/>
              <a:gd name="connsiteY68" fmla="*/ 1841960 h 5154967"/>
              <a:gd name="connsiteX69" fmla="*/ 968320 w 6184806"/>
              <a:gd name="connsiteY69" fmla="*/ 1044307 h 5154967"/>
              <a:gd name="connsiteX70" fmla="*/ 968320 w 6184806"/>
              <a:gd name="connsiteY70" fmla="*/ 881196 h 5154967"/>
              <a:gd name="connsiteX71" fmla="*/ 1429519 w 6184806"/>
              <a:gd name="connsiteY71" fmla="*/ 83546 h 5154967"/>
              <a:gd name="connsiteX72" fmla="*/ 1573268 w 6184806"/>
              <a:gd name="connsiteY72" fmla="*/ 0 h 51549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</a:cxnLst>
            <a:rect l="l" t="t" r="r" b="b"/>
            <a:pathLst>
              <a:path w="6184806" h="5154967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120848B-B2B4-45BE-A961-AEC0B06CF41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59916"/>
          <a:stretch/>
        </p:blipFill>
        <p:spPr>
          <a:xfrm>
            <a:off x="6854891" y="1715881"/>
            <a:ext cx="3203509" cy="3426237"/>
          </a:xfrm>
          <a:prstGeom prst="rect">
            <a:avLst/>
          </a:prstGeom>
        </p:spPr>
      </p:pic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3108960" y="548640"/>
            <a:ext cx="10363200" cy="2076450"/>
          </a:xfrm>
        </p:spPr>
        <p:txBody>
          <a:bodyPr/>
          <a:lstStyle/>
          <a:p>
            <a:pPr algn="l"/>
            <a:r>
              <a:rPr lang="en-US" sz="2800" b="1" dirty="0" i="0">
                <a:solidFill>
                  <a:srgbClr val="1E3A8A"/>
                </a:solidFill>
                <a:latin typeface="Arial" panose="02020404030301010803" pitchFamily="18" charset="0"/>
              </a:rPr>
              <a:t>SMART INDIA HACKATHON </a:t>
            </a:r>
            <a:r>
              <a:rPr lang="en-US" sz="2800" b="1" dirty="0" smtClean="0" i="0">
                <a:solidFill>
                  <a:srgbClr val="1E3A8A"/>
                </a:solidFill>
                <a:latin typeface="Arial" panose="02020404030301010803" pitchFamily="18" charset="0"/>
              </a:rPr>
              <a:t>2026</a:t>
            </a:r>
            <a:endParaRPr lang="en-IN" sz="4000" b="1" dirty="0">
              <a:solidFill>
                <a:schemeClr val="tx2"/>
              </a:solidFill>
              <a:latin typeface="Garamond" panose="02020404030301010803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31286" y="2076450"/>
            <a:ext cx="5924550" cy="4703019"/>
          </a:xfrm>
          <a:prstGeom prst="rect">
            <a:avLst/>
          </a:prstGeom>
          <a:noFill/>
        </p:spPr>
        <p:txBody>
          <a:bodyPr wrap="square" rtlCol="0" lIns="182880" tIns="182880">
            <a:spAutoFit/>
          </a:bodyPr>
          <a:lstStyle/>
          <a:p>
            <a:pPr>
              <a:spcAft>
                <a:spcPts val="2500"/>
              </a:spcAft>
            </a:pPr>
            <a:r>
              <a:rPr sz="2000" b="1" i="0">
                <a:solidFill>
                  <a:srgbClr val="0F172A"/>
                </a:solidFill>
                <a:latin typeface="Arial"/>
              </a:rPr>
              <a:t>• Problem Statement ID – </a:t>
            </a:r>
            <a:r>
              <a:rPr sz="2000" b="1" i="0">
                <a:solidFill>
                  <a:srgbClr val="1E3A8A"/>
                </a:solidFill>
                <a:latin typeface="Arial"/>
              </a:rPr>
              <a:t>SIH26006 / SIH2026-LOG-01</a:t>
            </a:r>
            <a:endParaRPr lang="en-US" dirty="0"/>
          </a:p>
          <a:p>
            <a:pPr>
              <a:spcAft>
                <a:spcPts val="2500"/>
              </a:spcAft>
            </a:pPr>
            <a:r>
              <a:rPr sz="2000" b="1" i="0">
                <a:solidFill>
                  <a:srgbClr val="0F172A"/>
                </a:solidFill>
                <a:latin typeface="Arial"/>
              </a:rPr>
              <a:t>• Problem Statement Title – </a:t>
            </a:r>
            <a:r>
              <a:rPr sz="2000" b="0" i="0">
                <a:solidFill>
                  <a:srgbClr val="1E3A8A"/>
                </a:solidFill>
                <a:latin typeface="Arial"/>
              </a:rPr>
              <a:t>FreightForecast Pro : AI Freight Forecasting &amp; Vessel Chartering Optimizer</a:t>
            </a:r>
          </a:p>
          <a:p>
            <a:pPr>
              <a:spcAft>
                <a:spcPts val="2500"/>
              </a:spcAft>
            </a:pPr>
            <a:r>
              <a:rPr sz="2000" b="1" i="0">
                <a:solidFill>
                  <a:srgbClr val="0F172A"/>
                </a:solidFill>
                <a:latin typeface="Arial"/>
              </a:rPr>
              <a:t>• Theme – </a:t>
            </a:r>
            <a:r>
              <a:rPr sz="2000" b="0" i="0">
                <a:solidFill>
                  <a:srgbClr val="1E3A8A"/>
                </a:solidFill>
                <a:latin typeface="Arial"/>
              </a:rPr>
              <a:t>Smart Logistics / Maritime &amp; Port Supply Chain</a:t>
            </a:r>
          </a:p>
          <a:p>
            <a:pPr>
              <a:spcAft>
                <a:spcPts val="2500"/>
              </a:spcAft>
            </a:pPr>
            <a:r>
              <a:rPr sz="2000" b="1" i="0">
                <a:solidFill>
                  <a:srgbClr val="0F172A"/>
                </a:solidFill>
                <a:latin typeface="Arial"/>
              </a:rPr>
              <a:t>• PS Category – </a:t>
            </a:r>
            <a:r>
              <a:rPr sz="2000" b="1" i="0">
                <a:solidFill>
                  <a:srgbClr val="1E3A8A"/>
                </a:solidFill>
                <a:latin typeface="Arial"/>
              </a:rPr>
              <a:t>Software</a:t>
            </a:r>
          </a:p>
          <a:p>
            <a:pPr>
              <a:spcAft>
                <a:spcPts val="2500"/>
              </a:spcAft>
            </a:pPr>
            <a:r>
              <a:rPr sz="2000" b="1" i="0">
                <a:solidFill>
                  <a:srgbClr val="0F172A"/>
                </a:solidFill>
                <a:latin typeface="Arial"/>
              </a:rPr>
              <a:t>• Team ID – </a:t>
            </a:r>
            <a:r>
              <a:rPr sz="2000" b="0" i="0">
                <a:solidFill>
                  <a:srgbClr val="1E3A8A"/>
                </a:solidFill>
                <a:latin typeface="Arial"/>
              </a:rPr>
              <a:t>[As Registered on SIH Portal]</a:t>
            </a:r>
          </a:p>
          <a:p>
            <a:pPr>
              <a:spcAft>
                <a:spcPts val="2500"/>
              </a:spcAft>
            </a:pPr>
            <a:r>
              <a:rPr sz="2000" b="1" i="0">
                <a:solidFill>
                  <a:srgbClr val="0F172A"/>
                </a:solidFill>
                <a:latin typeface="Arial"/>
              </a:rPr>
              <a:t>• Team Name – </a:t>
            </a:r>
            <a:r>
              <a:rPr sz="2000" b="1" i="0">
                <a:solidFill>
                  <a:srgbClr val="16A34A"/>
                </a:solidFill>
                <a:latin typeface="Arial"/>
              </a:rPr>
              <a:t>FUTURISTICS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5361" name="Title 1"/>
          <p:cNvSpPr>
            <a:spLocks noGrp="1"/>
          </p:cNvSpPr>
          <p:nvPr>
            <p:ph type="title"/>
          </p:nvPr>
        </p:nvSpPr>
        <p:spPr>
          <a:xfrm>
            <a:off x="2560320" y="91440"/>
            <a:ext cx="8229600" cy="457200"/>
          </a:xfrm>
        </p:spPr>
        <p:txBody>
          <a:bodyPr/>
          <a:lstStyle/>
          <a:p>
            <a:pPr eaLnBrk="1" hangingPunct="1" algn="l"/>
            <a:r>
              <a:rPr sz="1000" b="1" i="0">
                <a:solidFill>
                  <a:srgbClr val="1E3A8A"/>
                </a:solidFill>
                <a:latin typeface="Arial"/>
              </a:rPr>
              <a:t>SMART INDIA HACKATHON 2026</a:t>
            </a:r>
          </a:p>
          <a:p>
            <a:pPr algn="l"/>
            <a:r>
              <a:rPr sz="2000" b="1" i="0">
                <a:solidFill>
                  <a:srgbClr val="0F172A"/>
                </a:solidFill>
                <a:latin typeface="Arial"/>
              </a:rPr>
              <a:t>IDEA TITLE</a:t>
            </a:r>
          </a:p>
        </p:txBody>
      </p:sp>
      <p:sp>
        <p:nvSpPr>
          <p:cNvPr id="10" name="Oval 9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65760" y="228600"/>
            <a:ext cx="2011680" cy="658368"/>
          </a:xfrm>
          <a:prstGeom prst="ellipse">
            <a:avLst/>
          </a:prstGeom>
          <a:solidFill>
            <a:srgbClr val="0F172A"/>
          </a:solidFill>
          <a:ln w="25400">
            <a:solidFill>
              <a:srgbClr val="1E3A8A"/>
            </a:solidFill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 wrap="none"/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FUTURISTICS
</a:t>
            </a:r>
            <a:endParaRPr lang="en-IN" dirty="0"/>
          </a:p>
          <a:p>
            <a:pPr algn="ctr"/>
            <a:r>
              <a:rPr sz="800" b="1" i="0">
                <a:solidFill>
                  <a:srgbClr val="38BDF8"/>
                </a:solidFill>
                <a:latin typeface="Arial"/>
              </a:rPr>
              <a:t>TEAM ID: SIH-2026</a:t>
            </a: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pic>
        <p:nvPicPr>
          <p:cNvPr id="15362" name="Picture 15361" descr="sih_slide2_stric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5760" y="1005840"/>
            <a:ext cx="11457432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>
          <a:xfrm>
            <a:off x="2560320" y="91440"/>
            <a:ext cx="8229600" cy="457200"/>
          </a:xfrm>
        </p:spPr>
        <p:txBody>
          <a:bodyPr/>
          <a:lstStyle/>
          <a:p>
            <a:pPr eaLnBrk="1" hangingPunct="1" algn="l"/>
            <a:r>
              <a:rPr sz="1000" b="1" i="0">
                <a:solidFill>
                  <a:srgbClr val="1E3A8A"/>
                </a:solidFill>
                <a:latin typeface="Arial"/>
              </a:rPr>
              <a:t>SMART INDIA HACKATHON 2026</a:t>
            </a:r>
          </a:p>
          <a:p>
            <a:pPr algn="l"/>
            <a:r>
              <a:rPr sz="2000" b="1" i="0">
                <a:solidFill>
                  <a:srgbClr val="0F172A"/>
                </a:solidFill>
                <a:latin typeface="Arial"/>
              </a:rPr>
              <a:t>TECHNICAL APPROACH</a:t>
            </a:r>
          </a:p>
        </p:txBody>
      </p:sp>
      <p:sp>
        <p:nvSpPr>
          <p:cNvPr id="11" name="Oval 10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65760" y="228600"/>
            <a:ext cx="2011680" cy="658368"/>
          </a:xfrm>
          <a:prstGeom prst="ellipse">
            <a:avLst/>
          </a:prstGeom>
          <a:solidFill>
            <a:srgbClr val="0F172A"/>
          </a:solidFill>
          <a:ln w="25400">
            <a:solidFill>
              <a:srgbClr val="1E3A8A"/>
            </a:solidFill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 wrap="none"/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FUTURISTICS
</a:t>
            </a:r>
            <a:endParaRPr lang="en-IN" dirty="0"/>
          </a:p>
          <a:p>
            <a:pPr algn="ctr"/>
            <a:r>
              <a:rPr sz="800" b="1" i="0">
                <a:solidFill>
                  <a:srgbClr val="38BDF8"/>
                </a:solidFill>
                <a:latin typeface="Arial"/>
              </a:rPr>
              <a:t>TEAM ID: SIH-2026</a:t>
            </a: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pic>
        <p:nvPicPr>
          <p:cNvPr id="17410" name="Picture 17409" descr="sih_slide3_stric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5760" y="1005840"/>
            <a:ext cx="11457432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>
          <a:xfrm>
            <a:off x="2560320" y="91440"/>
            <a:ext cx="8229600" cy="457200"/>
          </a:xfrm>
        </p:spPr>
        <p:txBody>
          <a:bodyPr/>
          <a:lstStyle/>
          <a:p>
            <a:pPr eaLnBrk="1" hangingPunct="1" algn="l"/>
            <a:r>
              <a:rPr sz="1000" b="1" i="0">
                <a:solidFill>
                  <a:srgbClr val="1E3A8A"/>
                </a:solidFill>
                <a:latin typeface="Arial"/>
              </a:rPr>
              <a:t>SMART INDIA HACKATHON 2026</a:t>
            </a:r>
          </a:p>
          <a:p>
            <a:pPr algn="l"/>
            <a:r>
              <a:rPr sz="2000" b="1" i="0">
                <a:solidFill>
                  <a:srgbClr val="0F172A"/>
                </a:solidFill>
                <a:latin typeface="Arial"/>
              </a:rPr>
              <a:t>FEASIBILITY AND VIABILITY</a:t>
            </a: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65760" y="228600"/>
            <a:ext cx="2011680" cy="658368"/>
          </a:xfrm>
          <a:prstGeom prst="ellipse">
            <a:avLst/>
          </a:prstGeom>
          <a:solidFill>
            <a:srgbClr val="0F172A"/>
          </a:solidFill>
          <a:ln w="25400">
            <a:solidFill>
              <a:srgbClr val="1E3A8A"/>
            </a:solidFill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 wrap="none"/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FUTURISTICS
</a:t>
            </a:r>
            <a:endParaRPr lang="en-IN" dirty="0"/>
          </a:p>
          <a:p>
            <a:pPr algn="ctr"/>
            <a:r>
              <a:rPr sz="800" b="1" i="0">
                <a:solidFill>
                  <a:srgbClr val="38BDF8"/>
                </a:solidFill>
                <a:latin typeface="Arial"/>
              </a:rPr>
              <a:t>TEAM ID: SIH-2026</a:t>
            </a: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pic>
        <p:nvPicPr>
          <p:cNvPr id="17410" name="Picture 17409" descr="sih_slide4_stric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5760" y="1005840"/>
            <a:ext cx="11457432" cy="548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33879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>
          <a:xfrm>
            <a:off x="2560320" y="91440"/>
            <a:ext cx="8229600" cy="457200"/>
          </a:xfrm>
        </p:spPr>
        <p:txBody>
          <a:bodyPr/>
          <a:lstStyle/>
          <a:p>
            <a:pPr eaLnBrk="1" hangingPunct="1" algn="l"/>
            <a:r>
              <a:rPr sz="1000" b="1" i="0">
                <a:solidFill>
                  <a:srgbClr val="1E3A8A"/>
                </a:solidFill>
                <a:latin typeface="Arial"/>
              </a:rPr>
              <a:t>SMART INDIA HACKATHON 2026</a:t>
            </a:r>
          </a:p>
          <a:p>
            <a:pPr algn="l"/>
            <a:r>
              <a:rPr sz="2000" b="1" i="0">
                <a:solidFill>
                  <a:srgbClr val="0F172A"/>
                </a:solidFill>
                <a:latin typeface="Arial"/>
              </a:rPr>
              <a:t>IMPACT AND BENEFITS</a:t>
            </a: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65760" y="228600"/>
            <a:ext cx="2011680" cy="658368"/>
          </a:xfrm>
          <a:prstGeom prst="ellipse">
            <a:avLst/>
          </a:prstGeom>
          <a:solidFill>
            <a:srgbClr val="0F172A"/>
          </a:solidFill>
          <a:ln w="25400">
            <a:solidFill>
              <a:srgbClr val="1E3A8A"/>
            </a:solidFill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 wrap="none"/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FUTURISTICS
</a:t>
            </a:r>
            <a:endParaRPr lang="en-IN" dirty="0"/>
          </a:p>
          <a:p>
            <a:pPr algn="ctr"/>
            <a:r>
              <a:rPr sz="800" b="1" i="0">
                <a:solidFill>
                  <a:srgbClr val="38BDF8"/>
                </a:solidFill>
                <a:latin typeface="Arial"/>
              </a:rPr>
              <a:t>TEAM ID: SIH-2026</a:t>
            </a: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pic>
        <p:nvPicPr>
          <p:cNvPr id="17410" name="Picture 17409" descr="sih_slide5_stric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5760" y="1005840"/>
            <a:ext cx="11457432" cy="548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71441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>
          <a:xfrm>
            <a:off x="2560320" y="91440"/>
            <a:ext cx="8229600" cy="457200"/>
          </a:xfrm>
        </p:spPr>
        <p:txBody>
          <a:bodyPr/>
          <a:lstStyle/>
          <a:p>
            <a:pPr eaLnBrk="1" hangingPunct="1" algn="l"/>
            <a:r>
              <a:rPr sz="1000" b="1" i="0">
                <a:solidFill>
                  <a:srgbClr val="1E3A8A"/>
                </a:solidFill>
                <a:latin typeface="Arial"/>
              </a:rPr>
              <a:t>SMART INDIA HACKATHON 2026</a:t>
            </a:r>
          </a:p>
          <a:p>
            <a:pPr algn="l"/>
            <a:r>
              <a:rPr sz="2000" b="1" i="0">
                <a:solidFill>
                  <a:srgbClr val="0F172A"/>
                </a:solidFill>
                <a:latin typeface="Arial"/>
              </a:rPr>
              <a:t>RESEARCH AND REFERENCES</a:t>
            </a:r>
          </a:p>
        </p:txBody>
      </p:sp>
      <p:sp>
        <p:nvSpPr>
          <p:cNvPr id="9" name="Oval 8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65760" y="228600"/>
            <a:ext cx="2011680" cy="658368"/>
          </a:xfrm>
          <a:prstGeom prst="ellipse">
            <a:avLst/>
          </a:prstGeom>
          <a:solidFill>
            <a:srgbClr val="0F172A"/>
          </a:solidFill>
          <a:ln w="25400">
            <a:solidFill>
              <a:srgbClr val="1E3A8A"/>
            </a:solidFill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 wrap="none"/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FUTURISTICS
</a:t>
            </a:r>
            <a:endParaRPr lang="en-IN" dirty="0"/>
          </a:p>
          <a:p>
            <a:pPr algn="ctr"/>
            <a:r>
              <a:rPr sz="800" b="1" i="0">
                <a:solidFill>
                  <a:srgbClr val="38BDF8"/>
                </a:solidFill>
                <a:latin typeface="Arial"/>
              </a:rPr>
              <a:t>TEAM ID: SIH-2026</a:t>
            </a: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pic>
        <p:nvPicPr>
          <p:cNvPr id="17410" name="Picture 17409" descr="sih_slide6_stric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5760" y="1005840"/>
            <a:ext cx="11457432" cy="548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67886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7489</TotalTime>
  <Words>325</Words>
  <Application>Microsoft Office PowerPoint</Application>
  <PresentationFormat>Widescreen</PresentationFormat>
  <Paragraphs>62</Paragraphs>
  <Slides>7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5" baseType="lpstr">
      <vt:lpstr>ＭＳ Ｐゴシック</vt:lpstr>
      <vt:lpstr>Arial</vt:lpstr>
      <vt:lpstr>Calibri</vt:lpstr>
      <vt:lpstr>Garamond</vt:lpstr>
      <vt:lpstr>Times New Roman</vt:lpstr>
      <vt:lpstr>TradeGothic</vt:lpstr>
      <vt:lpstr>Wingdings</vt:lpstr>
      <vt:lpstr>Office Theme</vt:lpstr>
      <vt:lpstr>SMART INDIA HACKATHON 2026</vt:lpstr>
      <vt:lpstr> IDEA TITLE</vt:lpstr>
      <vt:lpstr>TECHNICAL APPROACH</vt:lpstr>
      <vt:lpstr>FEASIBILITY AND VIABILITY</vt:lpstr>
      <vt:lpstr>IMPACT AND BENEFITS</vt:lpstr>
      <vt:lpstr>RESEARCH  AND REFERENCES</vt:lpstr>
      <vt:lpstr>PowerPoint Presentation</vt:lpstr>
    </vt:vector>
  </TitlesOfParts>
  <Manager/>
  <Company>Crowdfunder, Inc.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Investor Pitch Deck Template</dc:title>
  <dc:subject/>
  <dc:creator>Crowdfunder</dc:creator>
  <cp:keywords/>
  <dc:description/>
  <cp:lastModifiedBy>AICTE</cp:lastModifiedBy>
  <cp:revision>148</cp:revision>
  <dcterms:created xsi:type="dcterms:W3CDTF">2013-12-12T18:46:50Z</dcterms:created>
  <dcterms:modified xsi:type="dcterms:W3CDTF">2026-06-02T09:29:39Z</dcterms:modified>
  <cp:category/>
</cp:coreProperties>
</file>